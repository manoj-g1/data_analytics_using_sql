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Bebas Neue Bold" panose="020B0604020202020204" charset="0"/>
      <p:regular r:id="rId15"/>
    </p:embeddedFont>
    <p:embeddedFont>
      <p:font typeface="Canva San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60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06996" y="6020641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4" y="0"/>
                </a:lnTo>
                <a:lnTo>
                  <a:pt x="11185274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83046" y="1688116"/>
            <a:ext cx="16247900" cy="4332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90"/>
              </a:lnSpc>
            </a:pPr>
            <a:r>
              <a:rPr lang="en-US" sz="17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PIZZA SALES PROJECT USING SQL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280761" y="3035806"/>
            <a:ext cx="2471391" cy="627331"/>
          </a:xfrm>
          <a:custGeom>
            <a:avLst/>
            <a:gdLst/>
            <a:ahLst/>
            <a:cxnLst/>
            <a:rect l="l" t="t" r="r" b="b"/>
            <a:pathLst>
              <a:path w="2471391" h="62733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752650" y="9258300"/>
            <a:ext cx="2471391" cy="627331"/>
          </a:xfrm>
          <a:custGeom>
            <a:avLst/>
            <a:gdLst/>
            <a:ahLst/>
            <a:cxnLst/>
            <a:rect l="l" t="t" r="r" b="b"/>
            <a:pathLst>
              <a:path w="2471391" h="627331">
                <a:moveTo>
                  <a:pt x="0" y="0"/>
                </a:moveTo>
                <a:lnTo>
                  <a:pt x="2471391" y="0"/>
                </a:lnTo>
                <a:lnTo>
                  <a:pt x="2471391" y="627331"/>
                </a:lnTo>
                <a:lnTo>
                  <a:pt x="0" y="627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83046" y="6952564"/>
            <a:ext cx="4763399" cy="67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MANOJ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837925"/>
            <a:ext cx="15894250" cy="2202087"/>
          </a:xfrm>
          <a:custGeom>
            <a:avLst/>
            <a:gdLst/>
            <a:ahLst/>
            <a:cxnLst/>
            <a:rect l="l" t="t" r="r" b="b"/>
            <a:pathLst>
              <a:path w="15894250" h="2202087">
                <a:moveTo>
                  <a:pt x="0" y="0"/>
                </a:moveTo>
                <a:lnTo>
                  <a:pt x="15894250" y="0"/>
                </a:lnTo>
                <a:lnTo>
                  <a:pt x="15894250" y="2202087"/>
                </a:lnTo>
                <a:lnTo>
                  <a:pt x="0" y="2202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169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66162" y="5489422"/>
            <a:ext cx="5849489" cy="3994145"/>
          </a:xfrm>
          <a:custGeom>
            <a:avLst/>
            <a:gdLst/>
            <a:ahLst/>
            <a:cxnLst/>
            <a:rect l="l" t="t" r="r" b="b"/>
            <a:pathLst>
              <a:path w="5849489" h="3994145">
                <a:moveTo>
                  <a:pt x="0" y="0"/>
                </a:moveTo>
                <a:lnTo>
                  <a:pt x="5849489" y="0"/>
                </a:lnTo>
                <a:lnTo>
                  <a:pt x="5849489" y="3994145"/>
                </a:lnTo>
                <a:lnTo>
                  <a:pt x="0" y="3994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16819" y="674496"/>
            <a:ext cx="14170283" cy="88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3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1.RETRIEVE THE TOTAL NUMBER OF ORDERS PLACED.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9528" y="2753509"/>
            <a:ext cx="16579772" cy="2899618"/>
          </a:xfrm>
          <a:custGeom>
            <a:avLst/>
            <a:gdLst/>
            <a:ahLst/>
            <a:cxnLst/>
            <a:rect l="l" t="t" r="r" b="b"/>
            <a:pathLst>
              <a:path w="16579772" h="2899618">
                <a:moveTo>
                  <a:pt x="0" y="0"/>
                </a:moveTo>
                <a:lnTo>
                  <a:pt x="16579772" y="0"/>
                </a:lnTo>
                <a:lnTo>
                  <a:pt x="16579772" y="2899618"/>
                </a:lnTo>
                <a:lnTo>
                  <a:pt x="0" y="2899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2" r="-69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81529" y="5951641"/>
            <a:ext cx="6002534" cy="3306659"/>
          </a:xfrm>
          <a:custGeom>
            <a:avLst/>
            <a:gdLst/>
            <a:ahLst/>
            <a:cxnLst/>
            <a:rect l="l" t="t" r="r" b="b"/>
            <a:pathLst>
              <a:path w="6002534" h="3306659">
                <a:moveTo>
                  <a:pt x="0" y="0"/>
                </a:moveTo>
                <a:lnTo>
                  <a:pt x="6002534" y="0"/>
                </a:lnTo>
                <a:lnTo>
                  <a:pt x="6002534" y="3306659"/>
                </a:lnTo>
                <a:lnTo>
                  <a:pt x="0" y="33066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6819" y="636396"/>
            <a:ext cx="15542481" cy="77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2.CALCULATE THE TOTAL REVENUE GENERATED FROM PIZZA 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1585642"/>
            <a:ext cx="16230600" cy="4188507"/>
          </a:xfrm>
          <a:custGeom>
            <a:avLst/>
            <a:gdLst/>
            <a:ahLst/>
            <a:cxnLst/>
            <a:rect l="l" t="t" r="r" b="b"/>
            <a:pathLst>
              <a:path w="16230600" h="4188507">
                <a:moveTo>
                  <a:pt x="0" y="0"/>
                </a:moveTo>
                <a:lnTo>
                  <a:pt x="16230600" y="0"/>
                </a:lnTo>
                <a:lnTo>
                  <a:pt x="16230600" y="4188507"/>
                </a:lnTo>
                <a:lnTo>
                  <a:pt x="0" y="4188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69" r="-378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74167" y="6461241"/>
            <a:ext cx="7870791" cy="2797059"/>
          </a:xfrm>
          <a:custGeom>
            <a:avLst/>
            <a:gdLst/>
            <a:ahLst/>
            <a:cxnLst/>
            <a:rect l="l" t="t" r="r" b="b"/>
            <a:pathLst>
              <a:path w="7870791" h="2797059">
                <a:moveTo>
                  <a:pt x="0" y="0"/>
                </a:moveTo>
                <a:lnTo>
                  <a:pt x="7870791" y="0"/>
                </a:lnTo>
                <a:lnTo>
                  <a:pt x="7870791" y="2797059"/>
                </a:lnTo>
                <a:lnTo>
                  <a:pt x="0" y="27970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391" b="-17449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6819" y="636396"/>
            <a:ext cx="15542481" cy="77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3.IDENTIFY THE HIGHEST-PRICED PIZZA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2847" y="2038025"/>
            <a:ext cx="16160103" cy="3105475"/>
          </a:xfrm>
          <a:custGeom>
            <a:avLst/>
            <a:gdLst/>
            <a:ahLst/>
            <a:cxnLst/>
            <a:rect l="l" t="t" r="r" b="b"/>
            <a:pathLst>
              <a:path w="16160103" h="3105475">
                <a:moveTo>
                  <a:pt x="0" y="0"/>
                </a:moveTo>
                <a:lnTo>
                  <a:pt x="16160103" y="0"/>
                </a:lnTo>
                <a:lnTo>
                  <a:pt x="16160103" y="3105475"/>
                </a:lnTo>
                <a:lnTo>
                  <a:pt x="0" y="3105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826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571545" y="5471794"/>
            <a:ext cx="4512093" cy="4351778"/>
          </a:xfrm>
          <a:custGeom>
            <a:avLst/>
            <a:gdLst/>
            <a:ahLst/>
            <a:cxnLst/>
            <a:rect l="l" t="t" r="r" b="b"/>
            <a:pathLst>
              <a:path w="4512093" h="4351778">
                <a:moveTo>
                  <a:pt x="0" y="0"/>
                </a:moveTo>
                <a:lnTo>
                  <a:pt x="4512092" y="0"/>
                </a:lnTo>
                <a:lnTo>
                  <a:pt x="4512092" y="4351778"/>
                </a:lnTo>
                <a:lnTo>
                  <a:pt x="0" y="4351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7484" r="-4301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6819" y="636396"/>
            <a:ext cx="15542481" cy="771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0"/>
              </a:lnSpc>
              <a:spcBef>
                <a:spcPct val="0"/>
              </a:spcBef>
            </a:pPr>
            <a:r>
              <a:rPr lang="en-US" sz="6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4.IDENTIFY THE MOST COMMON PIZZA SIZE ORDERED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1673341"/>
            <a:ext cx="16230600" cy="3712750"/>
          </a:xfrm>
          <a:custGeom>
            <a:avLst/>
            <a:gdLst/>
            <a:ahLst/>
            <a:cxnLst/>
            <a:rect l="l" t="t" r="r" b="b"/>
            <a:pathLst>
              <a:path w="16230600" h="3712750">
                <a:moveTo>
                  <a:pt x="0" y="0"/>
                </a:moveTo>
                <a:lnTo>
                  <a:pt x="16230600" y="0"/>
                </a:lnTo>
                <a:lnTo>
                  <a:pt x="16230600" y="3712750"/>
                </a:lnTo>
                <a:lnTo>
                  <a:pt x="0" y="3712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816951" y="5805191"/>
            <a:ext cx="7663418" cy="3905771"/>
          </a:xfrm>
          <a:custGeom>
            <a:avLst/>
            <a:gdLst/>
            <a:ahLst/>
            <a:cxnLst/>
            <a:rect l="l" t="t" r="r" b="b"/>
            <a:pathLst>
              <a:path w="7663418" h="3905771">
                <a:moveTo>
                  <a:pt x="0" y="0"/>
                </a:moveTo>
                <a:lnTo>
                  <a:pt x="7663418" y="0"/>
                </a:lnTo>
                <a:lnTo>
                  <a:pt x="7663418" y="3905770"/>
                </a:lnTo>
                <a:lnTo>
                  <a:pt x="0" y="3905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10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6819" y="617346"/>
            <a:ext cx="15542481" cy="64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5. LIST THE TOP 5 MOST ORDERED PIZZA TYPES ALONG WITH THEIR QUANTITIES.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489213" y="3476430"/>
            <a:ext cx="2999203" cy="6421957"/>
          </a:xfrm>
          <a:custGeom>
            <a:avLst/>
            <a:gdLst/>
            <a:ahLst/>
            <a:cxnLst/>
            <a:rect l="l" t="t" r="r" b="b"/>
            <a:pathLst>
              <a:path w="2999203" h="6421957">
                <a:moveTo>
                  <a:pt x="0" y="0"/>
                </a:moveTo>
                <a:lnTo>
                  <a:pt x="2999203" y="0"/>
                </a:lnTo>
                <a:lnTo>
                  <a:pt x="2999203" y="6421957"/>
                </a:lnTo>
                <a:lnTo>
                  <a:pt x="0" y="6421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43050" y="1685875"/>
            <a:ext cx="14082116" cy="1478622"/>
          </a:xfrm>
          <a:custGeom>
            <a:avLst/>
            <a:gdLst/>
            <a:ahLst/>
            <a:cxnLst/>
            <a:rect l="l" t="t" r="r" b="b"/>
            <a:pathLst>
              <a:path w="14082116" h="1478622">
                <a:moveTo>
                  <a:pt x="0" y="0"/>
                </a:moveTo>
                <a:lnTo>
                  <a:pt x="14082116" y="0"/>
                </a:lnTo>
                <a:lnTo>
                  <a:pt x="14082116" y="1478622"/>
                </a:lnTo>
                <a:lnTo>
                  <a:pt x="0" y="147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16819" y="588771"/>
            <a:ext cx="15542481" cy="51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6. JOIN THE NECESSARY TABLES TO FIND THE TOTAL QUANTITY  OF EACH PIZZA CATEGORY ORDERED.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303216" y="4127854"/>
            <a:ext cx="6394468" cy="6421957"/>
            <a:chOff x="0" y="0"/>
            <a:chExt cx="593069" cy="5956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3069" cy="595618"/>
            </a:xfrm>
            <a:custGeom>
              <a:avLst/>
              <a:gdLst/>
              <a:ahLst/>
              <a:cxnLst/>
              <a:rect l="l" t="t" r="r" b="b"/>
              <a:pathLst>
                <a:path w="593069" h="595618">
                  <a:moveTo>
                    <a:pt x="27847" y="0"/>
                  </a:moveTo>
                  <a:lnTo>
                    <a:pt x="565222" y="0"/>
                  </a:lnTo>
                  <a:cubicBezTo>
                    <a:pt x="572607" y="0"/>
                    <a:pt x="579690" y="2934"/>
                    <a:pt x="584913" y="8156"/>
                  </a:cubicBezTo>
                  <a:cubicBezTo>
                    <a:pt x="590135" y="13378"/>
                    <a:pt x="593069" y="20461"/>
                    <a:pt x="593069" y="27847"/>
                  </a:cubicBezTo>
                  <a:lnTo>
                    <a:pt x="593069" y="567772"/>
                  </a:lnTo>
                  <a:cubicBezTo>
                    <a:pt x="593069" y="583151"/>
                    <a:pt x="580601" y="595618"/>
                    <a:pt x="565222" y="595618"/>
                  </a:cubicBezTo>
                  <a:lnTo>
                    <a:pt x="27847" y="595618"/>
                  </a:lnTo>
                  <a:cubicBezTo>
                    <a:pt x="12467" y="595618"/>
                    <a:pt x="0" y="583151"/>
                    <a:pt x="0" y="567772"/>
                  </a:cubicBezTo>
                  <a:lnTo>
                    <a:pt x="0" y="27847"/>
                  </a:lnTo>
                  <a:cubicBezTo>
                    <a:pt x="0" y="12467"/>
                    <a:pt x="12467" y="0"/>
                    <a:pt x="27847" y="0"/>
                  </a:cubicBezTo>
                  <a:close/>
                </a:path>
              </a:pathLst>
            </a:custGeom>
            <a:blipFill>
              <a:blip r:embed="rId5"/>
              <a:stretch>
                <a:fillRect t="-4931" b="-27830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sp>
        <p:nvSpPr>
          <p:cNvPr id="14" name="Freeform 14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03216" y="4762679"/>
            <a:ext cx="6394468" cy="6421957"/>
            <a:chOff x="0" y="0"/>
            <a:chExt cx="593069" cy="5956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3069" cy="595618"/>
            </a:xfrm>
            <a:custGeom>
              <a:avLst/>
              <a:gdLst/>
              <a:ahLst/>
              <a:cxnLst/>
              <a:rect l="l" t="t" r="r" b="b"/>
              <a:pathLst>
                <a:path w="593069" h="595618">
                  <a:moveTo>
                    <a:pt x="27847" y="0"/>
                  </a:moveTo>
                  <a:lnTo>
                    <a:pt x="565222" y="0"/>
                  </a:lnTo>
                  <a:cubicBezTo>
                    <a:pt x="572607" y="0"/>
                    <a:pt x="579690" y="2934"/>
                    <a:pt x="584913" y="8156"/>
                  </a:cubicBezTo>
                  <a:cubicBezTo>
                    <a:pt x="590135" y="13378"/>
                    <a:pt x="593069" y="20461"/>
                    <a:pt x="593069" y="27847"/>
                  </a:cubicBezTo>
                  <a:lnTo>
                    <a:pt x="593069" y="567772"/>
                  </a:lnTo>
                  <a:cubicBezTo>
                    <a:pt x="593069" y="583151"/>
                    <a:pt x="580601" y="595618"/>
                    <a:pt x="565222" y="595618"/>
                  </a:cubicBezTo>
                  <a:lnTo>
                    <a:pt x="27847" y="595618"/>
                  </a:lnTo>
                  <a:cubicBezTo>
                    <a:pt x="12467" y="595618"/>
                    <a:pt x="0" y="583151"/>
                    <a:pt x="0" y="567772"/>
                  </a:cubicBezTo>
                  <a:lnTo>
                    <a:pt x="0" y="27847"/>
                  </a:lnTo>
                  <a:cubicBezTo>
                    <a:pt x="0" y="12467"/>
                    <a:pt x="12467" y="0"/>
                    <a:pt x="27847" y="0"/>
                  </a:cubicBezTo>
                  <a:close/>
                </a:path>
              </a:pathLst>
            </a:custGeom>
            <a:blipFill>
              <a:blip r:embed="rId3"/>
              <a:stretch>
                <a:fillRect t="-4931" b="-27830"/>
              </a:stretch>
            </a:blipFill>
            <a:ln w="171450" cap="rnd">
              <a:solidFill>
                <a:srgbClr val="EA6E19"/>
              </a:solidFill>
              <a:prstDash val="solid"/>
              <a:round/>
            </a:ln>
          </p:spPr>
        </p:sp>
      </p:grpSp>
      <p:sp>
        <p:nvSpPr>
          <p:cNvPr id="11" name="Freeform 11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6819" y="1541090"/>
            <a:ext cx="14980865" cy="2565473"/>
          </a:xfrm>
          <a:custGeom>
            <a:avLst/>
            <a:gdLst/>
            <a:ahLst/>
            <a:cxnLst/>
            <a:rect l="l" t="t" r="r" b="b"/>
            <a:pathLst>
              <a:path w="14980865" h="2565473">
                <a:moveTo>
                  <a:pt x="0" y="0"/>
                </a:moveTo>
                <a:lnTo>
                  <a:pt x="14980865" y="0"/>
                </a:lnTo>
                <a:lnTo>
                  <a:pt x="14980865" y="2565473"/>
                </a:lnTo>
                <a:lnTo>
                  <a:pt x="0" y="2565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852200" y="4762679"/>
            <a:ext cx="6889041" cy="5152308"/>
          </a:xfrm>
          <a:custGeom>
            <a:avLst/>
            <a:gdLst/>
            <a:ahLst/>
            <a:cxnLst/>
            <a:rect l="l" t="t" r="r" b="b"/>
            <a:pathLst>
              <a:path w="6889041" h="5152308">
                <a:moveTo>
                  <a:pt x="0" y="0"/>
                </a:moveTo>
                <a:lnTo>
                  <a:pt x="6889041" y="0"/>
                </a:lnTo>
                <a:lnTo>
                  <a:pt x="6889041" y="5152308"/>
                </a:lnTo>
                <a:lnTo>
                  <a:pt x="0" y="51523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16819" y="617346"/>
            <a:ext cx="15542481" cy="64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7. JOIN RELEVANT TABLES TO FIND THE CATEGORY-WISE DISTRIBUTION OF PIZZAS.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16819" y="1414681"/>
            <a:ext cx="15206132" cy="4504817"/>
          </a:xfrm>
          <a:custGeom>
            <a:avLst/>
            <a:gdLst/>
            <a:ahLst/>
            <a:cxnLst/>
            <a:rect l="l" t="t" r="r" b="b"/>
            <a:pathLst>
              <a:path w="15206132" h="4504817">
                <a:moveTo>
                  <a:pt x="0" y="0"/>
                </a:moveTo>
                <a:lnTo>
                  <a:pt x="15206131" y="0"/>
                </a:lnTo>
                <a:lnTo>
                  <a:pt x="15206131" y="4504816"/>
                </a:lnTo>
                <a:lnTo>
                  <a:pt x="0" y="4504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11991" y="6470496"/>
            <a:ext cx="6532009" cy="2787804"/>
          </a:xfrm>
          <a:custGeom>
            <a:avLst/>
            <a:gdLst/>
            <a:ahLst/>
            <a:cxnLst/>
            <a:rect l="l" t="t" r="r" b="b"/>
            <a:pathLst>
              <a:path w="6532009" h="2787804">
                <a:moveTo>
                  <a:pt x="0" y="0"/>
                </a:moveTo>
                <a:lnTo>
                  <a:pt x="6532009" y="0"/>
                </a:lnTo>
                <a:lnTo>
                  <a:pt x="6532009" y="2787804"/>
                </a:lnTo>
                <a:lnTo>
                  <a:pt x="0" y="278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6819" y="588771"/>
            <a:ext cx="15542481" cy="51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8.GROUP THE ORDERS BY DATE AND CALCULATE THE AVERAGE NUMBER OF PIZZAS ORDERED PER 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1572768"/>
            <a:ext cx="16230600" cy="3570732"/>
          </a:xfrm>
          <a:custGeom>
            <a:avLst/>
            <a:gdLst/>
            <a:ahLst/>
            <a:cxnLst/>
            <a:rect l="l" t="t" r="r" b="b"/>
            <a:pathLst>
              <a:path w="16230600" h="3570732">
                <a:moveTo>
                  <a:pt x="0" y="0"/>
                </a:moveTo>
                <a:lnTo>
                  <a:pt x="16230600" y="0"/>
                </a:lnTo>
                <a:lnTo>
                  <a:pt x="16230600" y="3570732"/>
                </a:lnTo>
                <a:lnTo>
                  <a:pt x="0" y="35707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795224" y="5781756"/>
            <a:ext cx="8801307" cy="3908168"/>
          </a:xfrm>
          <a:custGeom>
            <a:avLst/>
            <a:gdLst/>
            <a:ahLst/>
            <a:cxnLst/>
            <a:rect l="l" t="t" r="r" b="b"/>
            <a:pathLst>
              <a:path w="8801307" h="3908168">
                <a:moveTo>
                  <a:pt x="0" y="0"/>
                </a:moveTo>
                <a:lnTo>
                  <a:pt x="8801307" y="0"/>
                </a:lnTo>
                <a:lnTo>
                  <a:pt x="8801307" y="3908167"/>
                </a:lnTo>
                <a:lnTo>
                  <a:pt x="0" y="3908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14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16819" y="617346"/>
            <a:ext cx="15542481" cy="64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9.DETERMINE THE TOP 3 MOST ORDERED PIZZA TYPES BASED ON REVENUE.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80469" y="1620508"/>
            <a:ext cx="15542481" cy="4099329"/>
          </a:xfrm>
          <a:custGeom>
            <a:avLst/>
            <a:gdLst/>
            <a:ahLst/>
            <a:cxnLst/>
            <a:rect l="l" t="t" r="r" b="b"/>
            <a:pathLst>
              <a:path w="15542481" h="4099329">
                <a:moveTo>
                  <a:pt x="0" y="0"/>
                </a:moveTo>
                <a:lnTo>
                  <a:pt x="15542481" y="0"/>
                </a:lnTo>
                <a:lnTo>
                  <a:pt x="15542481" y="4099329"/>
                </a:lnTo>
                <a:lnTo>
                  <a:pt x="0" y="4099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943658" y="6157987"/>
            <a:ext cx="6200342" cy="3720748"/>
          </a:xfrm>
          <a:custGeom>
            <a:avLst/>
            <a:gdLst/>
            <a:ahLst/>
            <a:cxnLst/>
            <a:rect l="l" t="t" r="r" b="b"/>
            <a:pathLst>
              <a:path w="6200342" h="3720748">
                <a:moveTo>
                  <a:pt x="0" y="0"/>
                </a:moveTo>
                <a:lnTo>
                  <a:pt x="6200342" y="0"/>
                </a:lnTo>
                <a:lnTo>
                  <a:pt x="6200342" y="3720748"/>
                </a:lnTo>
                <a:lnTo>
                  <a:pt x="0" y="37207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127"/>
            </a:stretch>
          </a:blipFill>
        </p:spPr>
      </p:sp>
      <p:sp>
        <p:nvSpPr>
          <p:cNvPr id="12" name="Freeform 12"/>
          <p:cNvSpPr/>
          <p:nvPr/>
        </p:nvSpPr>
        <p:spPr>
          <a:xfrm rot="-7314181">
            <a:off x="-623587" y="6741817"/>
            <a:ext cx="2465256" cy="2735374"/>
          </a:xfrm>
          <a:custGeom>
            <a:avLst/>
            <a:gdLst/>
            <a:ahLst/>
            <a:cxnLst/>
            <a:rect l="l" t="t" r="r" b="b"/>
            <a:pathLst>
              <a:path w="2465256" h="2735374">
                <a:moveTo>
                  <a:pt x="0" y="0"/>
                </a:moveTo>
                <a:lnTo>
                  <a:pt x="2465256" y="0"/>
                </a:lnTo>
                <a:lnTo>
                  <a:pt x="2465256" y="2735374"/>
                </a:lnTo>
                <a:lnTo>
                  <a:pt x="0" y="2735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16819" y="598296"/>
            <a:ext cx="15542481" cy="58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4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10.CALCULATE THE PERCENTAGE CONTRIBUTION OF EACH PIZZA TYPE TO TOTAL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330313" y="6998487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5" y="0"/>
                </a:lnTo>
                <a:lnTo>
                  <a:pt x="11185275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7314181">
            <a:off x="-623587" y="6741817"/>
            <a:ext cx="2465256" cy="2735374"/>
          </a:xfrm>
          <a:custGeom>
            <a:avLst/>
            <a:gdLst/>
            <a:ahLst/>
            <a:cxnLst/>
            <a:rect l="l" t="t" r="r" b="b"/>
            <a:pathLst>
              <a:path w="2465256" h="2735374">
                <a:moveTo>
                  <a:pt x="0" y="0"/>
                </a:moveTo>
                <a:lnTo>
                  <a:pt x="2465256" y="0"/>
                </a:lnTo>
                <a:lnTo>
                  <a:pt x="2465256" y="2735374"/>
                </a:lnTo>
                <a:lnTo>
                  <a:pt x="0" y="2735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84831" y="1590313"/>
            <a:ext cx="15206132" cy="4025242"/>
          </a:xfrm>
          <a:custGeom>
            <a:avLst/>
            <a:gdLst/>
            <a:ahLst/>
            <a:cxnLst/>
            <a:rect l="l" t="t" r="r" b="b"/>
            <a:pathLst>
              <a:path w="15206132" h="4025242">
                <a:moveTo>
                  <a:pt x="0" y="0"/>
                </a:moveTo>
                <a:lnTo>
                  <a:pt x="15206132" y="0"/>
                </a:lnTo>
                <a:lnTo>
                  <a:pt x="15206132" y="4025243"/>
                </a:lnTo>
                <a:lnTo>
                  <a:pt x="0" y="40252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08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423084" y="6014778"/>
            <a:ext cx="2905699" cy="4189451"/>
          </a:xfrm>
          <a:custGeom>
            <a:avLst/>
            <a:gdLst/>
            <a:ahLst/>
            <a:cxnLst/>
            <a:rect l="l" t="t" r="r" b="b"/>
            <a:pathLst>
              <a:path w="2905699" h="4189451">
                <a:moveTo>
                  <a:pt x="0" y="0"/>
                </a:moveTo>
                <a:lnTo>
                  <a:pt x="2905699" y="0"/>
                </a:lnTo>
                <a:lnTo>
                  <a:pt x="2905699" y="4189451"/>
                </a:lnTo>
                <a:lnTo>
                  <a:pt x="0" y="41894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16819" y="617346"/>
            <a:ext cx="15542481" cy="640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11.ANALYZE THE CUMULATIVE REVENUE GENERATED OVER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55" b="-9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259300" y="-1588573"/>
            <a:ext cx="1788844" cy="12826898"/>
            <a:chOff x="0" y="0"/>
            <a:chExt cx="471136" cy="33782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136" cy="3378278"/>
            </a:xfrm>
            <a:custGeom>
              <a:avLst/>
              <a:gdLst/>
              <a:ahLst/>
              <a:cxnLst/>
              <a:rect l="l" t="t" r="r" b="b"/>
              <a:pathLst>
                <a:path w="471136" h="3378278">
                  <a:moveTo>
                    <a:pt x="0" y="0"/>
                  </a:moveTo>
                  <a:lnTo>
                    <a:pt x="471136" y="0"/>
                  </a:lnTo>
                  <a:lnTo>
                    <a:pt x="471136" y="3378278"/>
                  </a:lnTo>
                  <a:lnTo>
                    <a:pt x="0" y="3378278"/>
                  </a:ln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136" cy="3425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43050" y="-189500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6E1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997020" y="7687000"/>
            <a:ext cx="11185274" cy="7102649"/>
          </a:xfrm>
          <a:custGeom>
            <a:avLst/>
            <a:gdLst/>
            <a:ahLst/>
            <a:cxnLst/>
            <a:rect l="l" t="t" r="r" b="b"/>
            <a:pathLst>
              <a:path w="11185274" h="7102649">
                <a:moveTo>
                  <a:pt x="0" y="0"/>
                </a:moveTo>
                <a:lnTo>
                  <a:pt x="11185274" y="0"/>
                </a:lnTo>
                <a:lnTo>
                  <a:pt x="11185274" y="7102649"/>
                </a:lnTo>
                <a:lnTo>
                  <a:pt x="0" y="710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7314181">
            <a:off x="-623587" y="6741817"/>
            <a:ext cx="2465256" cy="2735374"/>
          </a:xfrm>
          <a:custGeom>
            <a:avLst/>
            <a:gdLst/>
            <a:ahLst/>
            <a:cxnLst/>
            <a:rect l="l" t="t" r="r" b="b"/>
            <a:pathLst>
              <a:path w="2465256" h="2735374">
                <a:moveTo>
                  <a:pt x="0" y="0"/>
                </a:moveTo>
                <a:lnTo>
                  <a:pt x="2465256" y="0"/>
                </a:lnTo>
                <a:lnTo>
                  <a:pt x="2465256" y="2735374"/>
                </a:lnTo>
                <a:lnTo>
                  <a:pt x="0" y="2735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71872" y="1524296"/>
            <a:ext cx="11313380" cy="6585208"/>
          </a:xfrm>
          <a:custGeom>
            <a:avLst/>
            <a:gdLst/>
            <a:ahLst/>
            <a:cxnLst/>
            <a:rect l="l" t="t" r="r" b="b"/>
            <a:pathLst>
              <a:path w="11313380" h="6585208">
                <a:moveTo>
                  <a:pt x="0" y="0"/>
                </a:moveTo>
                <a:lnTo>
                  <a:pt x="11313381" y="0"/>
                </a:lnTo>
                <a:lnTo>
                  <a:pt x="11313381" y="6585208"/>
                </a:lnTo>
                <a:lnTo>
                  <a:pt x="0" y="658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09" r="-6259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931382" y="1600927"/>
            <a:ext cx="6165190" cy="6447897"/>
          </a:xfrm>
          <a:custGeom>
            <a:avLst/>
            <a:gdLst/>
            <a:ahLst/>
            <a:cxnLst/>
            <a:rect l="l" t="t" r="r" b="b"/>
            <a:pathLst>
              <a:path w="6165190" h="6447897">
                <a:moveTo>
                  <a:pt x="0" y="0"/>
                </a:moveTo>
                <a:lnTo>
                  <a:pt x="6165190" y="0"/>
                </a:lnTo>
                <a:lnTo>
                  <a:pt x="6165190" y="6447897"/>
                </a:lnTo>
                <a:lnTo>
                  <a:pt x="0" y="6447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16819" y="588771"/>
            <a:ext cx="15542481" cy="98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7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12.DETERMINE THE TOP 3 MOST ORDERED PIZZA TYPES BASED ON REVENUE FOR EACH PIZZA CATEGORY.</a:t>
            </a:r>
          </a:p>
          <a:p>
            <a:pPr marL="0" lvl="0" indent="0" algn="l">
              <a:lnSpc>
                <a:spcPts val="3679"/>
              </a:lnSpc>
              <a:spcBef>
                <a:spcPct val="0"/>
              </a:spcBef>
            </a:pPr>
            <a:endParaRPr lang="en-US" sz="3999" b="1">
              <a:solidFill>
                <a:srgbClr val="FFFFFF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163</Words>
  <Application>Microsoft Office PowerPoint</Application>
  <PresentationFormat>Custom</PresentationFormat>
  <Paragraphs>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Canva Sans</vt:lpstr>
      <vt:lpstr>Bebas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Orange Modern Bold Pizza Resto Presentation</dc:title>
  <cp:lastModifiedBy>m gujjar</cp:lastModifiedBy>
  <cp:revision>3</cp:revision>
  <dcterms:created xsi:type="dcterms:W3CDTF">2006-08-16T00:00:00Z</dcterms:created>
  <dcterms:modified xsi:type="dcterms:W3CDTF">2025-12-01T17:41:59Z</dcterms:modified>
  <dc:identifier>DAG2iVGBFu4</dc:identifier>
</cp:coreProperties>
</file>